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93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4572000" cy="4572000"/>
          </a:xfrm>
          <a:prstGeom prst="ellipse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3D5A80">
              <a:alpha val="15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4206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320040"/>
            <a:ext cx="1554480" cy="1554480"/>
          </a:xfrm>
          <a:prstGeom prst="ellipse">
            <a:avLst/>
          </a:prstGeom>
          <a:solidFill>
            <a:srgbClr val="C0392B">
              <a:alpha val="2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8229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r>
              <a:rPr lang="en-US" sz="54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your army. Crush your enemy."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Micro-SaaS — Army Builder &amp; Calculateur de combat Warhammer 40K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Avant-Projet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ForgeRoster existe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Complexité manuelle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792224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d'armées construites sur papier ou Excel. Aucune validation automatique des règles.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310128"/>
            <a:ext cx="2560320" cy="640080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font ça manuellement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⚄  Calculs fastidieux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792224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de toucher / blesser / sauvegarder calculées mentalement pendant les parties.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310128"/>
            <a:ext cx="2560320" cy="640080"/>
          </a:xfrm>
          <a:prstGeom prst="rect">
            <a:avLst/>
          </a:prstGeom>
          <a:solidFill>
            <a:srgbClr val="D4A017">
              <a:alpha val="12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perdues / partie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D5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Partage inexistant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1792224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rosters s'échangent via screenshots ou PDFs non standardisés. Pas de format commun.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2560320" cy="640080"/>
          </a:xfrm>
          <a:prstGeom prst="rect">
            <a:avLst/>
          </a:prstGeom>
          <a:solidFill>
            <a:srgbClr val="3D5A80">
              <a:alpha val="12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310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outil dédié gratuit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297680"/>
            <a:ext cx="8503920" cy="457200"/>
          </a:xfrm>
          <a:prstGeom prst="rect">
            <a:avLst/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Besoin d'un outil unique, rapide et collaboratif pour toute la communauté wargaming.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fonctionnalité forte. Bien pensée. Bien exécutée.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FONCTIONNALITÉ PRINCIPALE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Builder + Calculateur de probabilités intégré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drag-and-drop · Stats complètes · Calculs automatiques WS/BS/S/T/W/A/Sv en temps réel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2011680" cy="2194560"/>
          </a:xfrm>
          <a:prstGeom prst="rect">
            <a:avLst/>
          </a:prstGeom>
          <a:solidFill>
            <a:srgbClr val="1E254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51760"/>
            <a:ext cx="475488" cy="47548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par lien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unique · QR code · Durée paramétrable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2560320"/>
            <a:ext cx="2011680" cy="2194560"/>
          </a:xfrm>
          <a:prstGeom prst="rect">
            <a:avLst/>
          </a:prstGeom>
          <a:solidFill>
            <a:srgbClr val="1E254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651760"/>
            <a:ext cx="475488" cy="47548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adversaire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5478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en lecture seule + simulations contre-liste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2560320"/>
            <a:ext cx="2011680" cy="2194560"/>
          </a:xfrm>
          <a:prstGeom prst="rect">
            <a:avLst/>
          </a:prstGeom>
          <a:solidFill>
            <a:srgbClr val="1E2540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651760"/>
            <a:ext cx="475488" cy="47548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5478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propre de la liste pour les tournois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2560320"/>
            <a:ext cx="2011680" cy="2194560"/>
          </a:xfrm>
          <a:prstGeom prst="rect">
            <a:avLst/>
          </a:prstGeom>
          <a:solidFill>
            <a:srgbClr val="1E25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651760"/>
            <a:ext cx="475488" cy="47548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5478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versionning des rosters créés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1097280"/>
            <a:ext cx="694944" cy="694944"/>
          </a:xfrm>
          <a:prstGeom prst="ellipse">
            <a:avLst/>
          </a:prstGeom>
          <a:solidFill>
            <a:srgbClr val="C0392B">
              <a:alpha val="85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097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régulier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240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 ans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578608"/>
            <a:ext cx="2523744" cy="74980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59689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 du temps à construire ses listes manuellement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" y="3401568"/>
            <a:ext cx="2523744" cy="749808"/>
          </a:xfrm>
          <a:prstGeom prst="rect">
            <a:avLst/>
          </a:prstGeom>
          <a:solidFill>
            <a:srgbClr val="EAFAF1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41985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rapide, calculs auto, partage avec ses adversaires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64408" y="10058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D5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1097280"/>
            <a:ext cx="694944" cy="694944"/>
          </a:xfrm>
          <a:prstGeom prst="ellipse">
            <a:avLst/>
          </a:prstGeom>
          <a:solidFill>
            <a:srgbClr val="3D5A80">
              <a:alpha val="8500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1097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74136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de tournoi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74136" y="2240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ans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74136" y="2578608"/>
            <a:ext cx="2523744" cy="74980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59689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listes optimisées et vérifiées rapidement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74136" y="3401568"/>
            <a:ext cx="2523744" cy="749808"/>
          </a:xfrm>
          <a:prstGeom prst="rect">
            <a:avLst/>
          </a:prstGeom>
          <a:solidFill>
            <a:srgbClr val="EAFAF1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41985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points, export PDF officiel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08776" y="1005840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32904" y="1097280"/>
            <a:ext cx="694944" cy="694944"/>
          </a:xfrm>
          <a:prstGeom prst="ellipse">
            <a:avLst/>
          </a:prstGeom>
          <a:solidFill>
            <a:srgbClr val="0F6E56">
              <a:alpha val="85000"/>
            </a:srgbClr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2904" y="1097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18504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club / asso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224028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18504" y="2578608"/>
            <a:ext cx="2523744" cy="74980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259689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difficile des matchs et rosters des membres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18504" y="3401568"/>
            <a:ext cx="2523744" cy="749808"/>
          </a:xfrm>
          <a:prstGeom prst="rect">
            <a:avLst/>
          </a:prstGeom>
          <a:solidFill>
            <a:srgbClr val="EAFAF1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3419856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</a:t>
            </a: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centralisé, comparaison des armées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: +4M joueurs WH40K dans le monde · Communauté en croissance · France ~80 000 joueurs actifs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— Palette · Typo · Ambiance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1572768" cy="658368"/>
          </a:xfrm>
          <a:prstGeom prst="rect">
            <a:avLst/>
          </a:prstGeom>
          <a:solidFill>
            <a:srgbClr val="1A1A2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116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#1A1A2E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Black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Arrière-plans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57400" y="1335024"/>
            <a:ext cx="1572768" cy="658368"/>
          </a:xfrm>
          <a:prstGeom prst="rect">
            <a:avLst/>
          </a:prstGeom>
          <a:solidFill>
            <a:srgbClr val="C0392B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0116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#C0392B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57400" y="21945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57400" y="23591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 / CTA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94760" y="1335024"/>
            <a:ext cx="1572768" cy="658368"/>
          </a:xfrm>
          <a:prstGeom prst="rect">
            <a:avLst/>
          </a:prstGeom>
          <a:solidFill>
            <a:srgbClr val="D4A017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0116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#D4A017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94760" y="21945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Gold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23591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/ valeurs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532120" y="1335024"/>
            <a:ext cx="1572768" cy="658368"/>
          </a:xfrm>
          <a:prstGeom prst="rect">
            <a:avLst/>
          </a:prstGeom>
          <a:solidFill>
            <a:srgbClr val="3D5A8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0116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#3D5A80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32120" y="21945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Blue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2120" y="23591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/ partage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69480" y="1335024"/>
            <a:ext cx="1572768" cy="658368"/>
          </a:xfrm>
          <a:prstGeom prst="rect">
            <a:avLst/>
          </a:prstGeom>
          <a:solidFill>
            <a:srgbClr val="E8E4D9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20116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#E8E4D9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269480" y="21945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69480" y="2359152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clairs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566928"/>
          </a:xfrm>
          <a:prstGeom prst="rect">
            <a:avLst/>
          </a:prstGeom>
          <a:solidFill>
            <a:srgbClr val="1E2540"/>
          </a:solidFill>
          <a:ln w="6350">
            <a:solidFill>
              <a:srgbClr val="33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— Cinzel (serif impérial)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3127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ForgeRoster — Army Builder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0040" y="3538728"/>
            <a:ext cx="8503920" cy="566928"/>
          </a:xfrm>
          <a:prstGeom prst="rect">
            <a:avLst/>
          </a:prstGeom>
          <a:solidFill>
            <a:srgbClr val="1E2540"/>
          </a:solidFill>
          <a:ln w="6350">
            <a:solidFill>
              <a:srgbClr val="33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570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Inter / Calibri (lisibilité)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373989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Sergeant · WS 3+ · BS 4+ · S 4 · T 4 · W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151376"/>
            <a:ext cx="8503920" cy="566928"/>
          </a:xfrm>
          <a:prstGeom prst="rect">
            <a:avLst/>
          </a:prstGeom>
          <a:solidFill>
            <a:srgbClr val="1E2540"/>
          </a:solidFill>
          <a:ln w="6350">
            <a:solidFill>
              <a:srgbClr val="33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9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— Monospace (données chiffrées)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43525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Hit: 67%  →  Wound: 50%  →  Final: 22.2%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choisies et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5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43891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700784"/>
            <a:ext cx="1883664" cy="237744"/>
          </a:xfrm>
          <a:prstGeom prst="rect">
            <a:avLst/>
          </a:prstGeom>
          <a:solidFill>
            <a:srgbClr val="3D5A80">
              <a:alpha val="12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07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04872" y="1700784"/>
            <a:ext cx="1883664" cy="237744"/>
          </a:xfrm>
          <a:prstGeom prst="rect">
            <a:avLst/>
          </a:prstGeom>
          <a:solidFill>
            <a:srgbClr val="3D5A80">
              <a:alpha val="12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7007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9768" y="2011680"/>
            <a:ext cx="1883664" cy="237744"/>
          </a:xfrm>
          <a:prstGeom prst="rect">
            <a:avLst/>
          </a:prstGeom>
          <a:solidFill>
            <a:srgbClr val="3D5A80">
              <a:alpha val="12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11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04872" y="2011680"/>
            <a:ext cx="1883664" cy="237744"/>
          </a:xfrm>
          <a:prstGeom prst="rect">
            <a:avLst/>
          </a:prstGeom>
          <a:solidFill>
            <a:srgbClr val="3D5A80">
              <a:alpha val="12000"/>
            </a:srgbClr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011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2359152"/>
            <a:ext cx="3895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réactifs pour l'interface drag-and-drop. TypeScript pour la robustesse des types de stats.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41148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1700784"/>
            <a:ext cx="1883664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7007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48272" y="1700784"/>
            <a:ext cx="1883664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17007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73168" y="2011680"/>
            <a:ext cx="1883664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011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48272" y="2011680"/>
            <a:ext cx="1883664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2011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3168" y="2359152"/>
            <a:ext cx="3895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JS unifié front/back. API simple pour CRUD rosters. Auth sécurisée avec tokens.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06324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63240"/>
            <a:ext cx="411480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63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Base de données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" y="3575304"/>
            <a:ext cx="1883664" cy="237744"/>
          </a:xfrm>
          <a:prstGeom prst="rect">
            <a:avLst/>
          </a:prstGeom>
          <a:solidFill>
            <a:srgbClr val="D4A017">
              <a:alpha val="12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575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04872" y="3575304"/>
            <a:ext cx="1883664" cy="237744"/>
          </a:xfrm>
          <a:prstGeom prst="rect">
            <a:avLst/>
          </a:prstGeom>
          <a:solidFill>
            <a:srgbClr val="D4A017">
              <a:alpha val="12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0592" y="3575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9768" y="3886200"/>
            <a:ext cx="1883664" cy="237744"/>
          </a:xfrm>
          <a:prstGeom prst="rect">
            <a:avLst/>
          </a:prstGeom>
          <a:solidFill>
            <a:srgbClr val="D4A017">
              <a:alpha val="12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8862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UUID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04872" y="3886200"/>
            <a:ext cx="1883664" cy="237744"/>
          </a:xfrm>
          <a:prstGeom prst="rect">
            <a:avLst/>
          </a:prstGeom>
          <a:solidFill>
            <a:srgbClr val="D4A017">
              <a:alpha val="12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8862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FK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29768" y="4233672"/>
            <a:ext cx="3895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relationnelles strictes indispensables pour les nombreuses stats par unité et les FK.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063240"/>
            <a:ext cx="411480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063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Déploiement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73168" y="3575304"/>
            <a:ext cx="1883664" cy="237744"/>
          </a:xfrm>
          <a:prstGeom prst="rect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575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48272" y="3575304"/>
            <a:ext cx="1883664" cy="237744"/>
          </a:xfrm>
          <a:prstGeom prst="rect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3992" y="3575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73168" y="3886200"/>
            <a:ext cx="1883664" cy="237744"/>
          </a:xfrm>
          <a:prstGeom prst="rect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38862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748272" y="3886200"/>
            <a:ext cx="1883664" cy="237744"/>
          </a:xfrm>
          <a:prstGeom prst="rect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388620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ENV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73168" y="4233672"/>
            <a:ext cx="3895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adapté au MVP. CI/CD automatique sur chaque push. Scalable facilement.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MODÈLE ÉCONOMIQUE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71800" y="1417320"/>
            <a:ext cx="58521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99032" y="1097280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1–3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2560320" cy="1554480"/>
          </a:xfrm>
          <a:prstGeom prst="rect">
            <a:avLst/>
          </a:prstGeom>
          <a:solidFill>
            <a:srgbClr val="1E254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2494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utilisateur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259689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Builder basique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944368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proba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faction (Space Marines)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16168" y="1417320"/>
            <a:ext cx="585216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43400" y="1097280"/>
            <a:ext cx="512064" cy="51206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Partage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1920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4–5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55848" y="2176272"/>
            <a:ext cx="2560320" cy="1554480"/>
          </a:xfrm>
          <a:prstGeom prst="rect">
            <a:avLst/>
          </a:prstGeom>
          <a:solidFill>
            <a:srgbClr val="1E25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2494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partage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59689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adversaire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944368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factions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87768" y="1097280"/>
            <a:ext cx="512064" cy="51206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08776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Optim.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1920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0216" y="2176272"/>
            <a:ext cx="2560320" cy="1554480"/>
          </a:xfrm>
          <a:prstGeom prst="rect">
            <a:avLst/>
          </a:prstGeom>
          <a:solidFill>
            <a:srgbClr val="1E254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22494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73368" y="259689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73368" y="2944368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73368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finalisé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— FREEMIUM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2743200" cy="713232"/>
          </a:xfrm>
          <a:prstGeom prst="rect">
            <a:avLst/>
          </a:prstGeom>
          <a:solidFill>
            <a:srgbClr val="1E2540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42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— 0€/mois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4805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rosters · Calculs basiques · Partage limité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64408" y="4224528"/>
            <a:ext cx="2743200" cy="713232"/>
          </a:xfrm>
          <a:prstGeom prst="rect">
            <a:avLst/>
          </a:prstGeom>
          <a:solidFill>
            <a:srgbClr val="1E25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55848" y="4242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4,99€/mois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55848" y="44805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 illimités · Toutes factions · Export PDF · Historique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08776" y="4224528"/>
            <a:ext cx="2743200" cy="713232"/>
          </a:xfrm>
          <a:prstGeom prst="rect">
            <a:avLst/>
          </a:prstGeom>
          <a:solidFill>
            <a:srgbClr val="1E254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4242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Tournois — 9,99€/mois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0216" y="44805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Pro + Stats avancées · Mode ligue · API accès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C0392B">
              <a:alpha val="10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3D5A80">
              <a:alpha val="10000"/>
            </a:srgbClr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r>
              <a:rPr lang="en-US" sz="46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your army. Crush your enemy."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74320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ciblée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351129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 joueurs WH40K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25526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fonctionnalité forte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0" y="351129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Calculs auto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0640" y="2743200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25526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collaboratif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351129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unique + vue adversaire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457200" cy="4572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25526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351129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 smtClean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</a:t>
            </a:r>
            <a:r>
              <a:rPr lang="en-US" sz="750" i="1" dirty="0" smtClean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4023360"/>
            <a:ext cx="4572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4023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</Words>
  <Application>Microsoft Office PowerPoint</Application>
  <PresentationFormat>Affichage à l'écran (16:9)</PresentationFormat>
  <Paragraphs>153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ForgeRoster — Présentation Micro-SaaS</dc:title>
  <dc:subject>PptxGenJS Presentation</dc:subject>
  <dc:creator>ForgeRoster</dc:creator>
  <cp:lastModifiedBy>Milan Kucheida</cp:lastModifiedBy>
  <cp:revision>2</cp:revision>
  <dcterms:created xsi:type="dcterms:W3CDTF">2026-05-12T07:13:42Z</dcterms:created>
  <dcterms:modified xsi:type="dcterms:W3CDTF">2026-05-15T07:16:34Z</dcterms:modified>
</cp:coreProperties>
</file>